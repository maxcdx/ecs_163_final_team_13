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2432F"/>
          </a:solidFill>
          <a:ln w="12700">
            <a:solidFill>
              <a:srgbClr val="B243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989320"/>
            <a:ext cx="10698480" cy="0"/>
          </a:xfrm>
          <a:prstGeom prst="line">
            <a:avLst/>
          </a:prstGeom>
          <a:noFill/>
          <a:ln w="12700">
            <a:solidFill>
              <a:srgbClr val="D9E0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012680" y="-411480"/>
            <a:ext cx="2697480" cy="2697480"/>
          </a:xfrm>
          <a:prstGeom prst="arc">
            <a:avLst/>
          </a:prstGeom>
          <a:noFill/>
          <a:ln w="25400">
            <a:solidFill>
              <a:srgbClr val="1F718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920000">
            <a:off x="10561320" y="137160"/>
            <a:ext cx="1508760" cy="1508760"/>
          </a:xfrm>
          <a:prstGeom prst="arc">
            <a:avLst/>
          </a:prstGeom>
          <a:noFill/>
          <a:ln w="25400">
            <a:solidFill>
              <a:srgbClr val="B2432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9006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Actually Exposed to AI?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1207008" cy="0"/>
          </a:xfrm>
          <a:prstGeom prst="line">
            <a:avLst/>
          </a:prstGeom>
          <a:noFill/>
          <a:ln w="50800">
            <a:solidFill>
              <a:srgbClr val="B24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 higher salary really safer?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41832" y="2980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jobs sit in the highest-risk zone?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41832" y="3639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325880" y="362102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may depend on context, not one number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8096" y="6163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163 Data Visualization Proposal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44200" y="6163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2432F"/>
          </a:solidFill>
          <a:ln w="12700">
            <a:solidFill>
              <a:srgbClr val="B243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989320"/>
            <a:ext cx="10698480" cy="0"/>
          </a:xfrm>
          <a:prstGeom prst="line">
            <a:avLst/>
          </a:prstGeom>
          <a:noFill/>
          <a:ln w="12700">
            <a:solidFill>
              <a:srgbClr val="D9E0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012680" y="-411480"/>
            <a:ext cx="2697480" cy="2697480"/>
          </a:xfrm>
          <a:prstGeom prst="arc">
            <a:avLst/>
          </a:prstGeom>
          <a:noFill/>
          <a:ln w="25400">
            <a:solidFill>
              <a:srgbClr val="1F718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920000">
            <a:off x="10561320" y="137160"/>
            <a:ext cx="1508760" cy="1508760"/>
          </a:xfrm>
          <a:prstGeom prst="arc">
            <a:avLst/>
          </a:prstGeom>
          <a:noFill/>
          <a:ln w="25400">
            <a:solidFill>
              <a:srgbClr val="B2432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9006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AI Jobs, 2010-2025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1207008" cy="0"/>
          </a:xfrm>
          <a:prstGeom prst="line">
            <a:avLst/>
          </a:prstGeom>
          <a:noFill/>
          <a:ln w="50800">
            <a:solidFill>
              <a:srgbClr val="B24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postings across industries and regions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41832" y="2980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fields: salary, automation risk, industry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41832" y="3639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325880" y="362102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field: posting year from 2010 to 2025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8096" y="6163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163 Data Visualization Proposal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44200" y="6163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2432F"/>
          </a:solidFill>
          <a:ln w="12700">
            <a:solidFill>
              <a:srgbClr val="B243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989320"/>
            <a:ext cx="10698480" cy="0"/>
          </a:xfrm>
          <a:prstGeom prst="line">
            <a:avLst/>
          </a:prstGeom>
          <a:noFill/>
          <a:ln w="12700">
            <a:solidFill>
              <a:srgbClr val="D9E0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012680" y="-411480"/>
            <a:ext cx="2697480" cy="2697480"/>
          </a:xfrm>
          <a:prstGeom prst="arc">
            <a:avLst/>
          </a:prstGeom>
          <a:noFill/>
          <a:ln w="25400">
            <a:solidFill>
              <a:srgbClr val="1F718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920000">
            <a:off x="10561320" y="137160"/>
            <a:ext cx="1508760" cy="1508760"/>
          </a:xfrm>
          <a:prstGeom prst="arc">
            <a:avLst/>
          </a:prstGeom>
          <a:noFill/>
          <a:ln w="25400">
            <a:solidFill>
              <a:srgbClr val="B2432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9006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Prototype Demo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1207008" cy="0"/>
          </a:xfrm>
          <a:prstGeom prst="line">
            <a:avLst/>
          </a:prstGeom>
          <a:noFill/>
          <a:ln w="50800">
            <a:solidFill>
              <a:srgbClr val="B24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D3 scatter plot: salary vs. automation risk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41832" y="2980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encodes industry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41832" y="3639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325880" y="362102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Tooltip, industry filter, and year slider support exploration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8096" y="6163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163 Data Visualization Proposal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44200" y="6163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2432F"/>
          </a:solidFill>
          <a:ln w="12700">
            <a:solidFill>
              <a:srgbClr val="B243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989320"/>
            <a:ext cx="10698480" cy="0"/>
          </a:xfrm>
          <a:prstGeom prst="line">
            <a:avLst/>
          </a:prstGeom>
          <a:noFill/>
          <a:ln w="12700">
            <a:solidFill>
              <a:srgbClr val="D9E0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012680" y="-411480"/>
            <a:ext cx="2697480" cy="2697480"/>
          </a:xfrm>
          <a:prstGeom prst="arc">
            <a:avLst/>
          </a:prstGeom>
          <a:noFill/>
          <a:ln w="25400">
            <a:solidFill>
              <a:srgbClr val="1F718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920000">
            <a:off x="10561320" y="137160"/>
            <a:ext cx="1508760" cy="1508760"/>
          </a:xfrm>
          <a:prstGeom prst="arc">
            <a:avLst/>
          </a:prstGeom>
          <a:noFill/>
          <a:ln w="25400">
            <a:solidFill>
              <a:srgbClr val="B2432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9006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Already See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1207008" cy="0"/>
          </a:xfrm>
          <a:prstGeom prst="line">
            <a:avLst/>
          </a:prstGeom>
          <a:noFill/>
          <a:ln w="50800">
            <a:solidFill>
              <a:srgbClr val="B24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salary does not always mean low risk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41832" y="2980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patterns differ visibly by industry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41832" y="3639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325880" y="362102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Exposed jobs appear across the salary range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8096" y="6163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163 Data Visualization Proposal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44200" y="6163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2432F"/>
          </a:solidFill>
          <a:ln w="12700">
            <a:solidFill>
              <a:srgbClr val="B243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989320"/>
            <a:ext cx="10698480" cy="0"/>
          </a:xfrm>
          <a:prstGeom prst="line">
            <a:avLst/>
          </a:prstGeom>
          <a:noFill/>
          <a:ln w="12700">
            <a:solidFill>
              <a:srgbClr val="D9E0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012680" y="-411480"/>
            <a:ext cx="2697480" cy="2697480"/>
          </a:xfrm>
          <a:prstGeom prst="arc">
            <a:avLst/>
          </a:prstGeom>
          <a:noFill/>
          <a:ln w="25400">
            <a:solidFill>
              <a:srgbClr val="1F718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920000">
            <a:off x="10561320" y="137160"/>
            <a:ext cx="1508760" cy="1508760"/>
          </a:xfrm>
          <a:prstGeom prst="arc">
            <a:avLst/>
          </a:prstGeom>
          <a:noFill/>
          <a:ln w="25400">
            <a:solidFill>
              <a:srgbClr val="B2432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9006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1207008" cy="0"/>
          </a:xfrm>
          <a:prstGeom prst="line">
            <a:avLst/>
          </a:prstGeom>
          <a:noFill/>
          <a:ln w="50800">
            <a:solidFill>
              <a:srgbClr val="B24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multi-view narrative visualization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41832" y="2980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parallel coordinates with brushing and linking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41832" y="3639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2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325880" y="362102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risk explorer for specific job types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8096" y="6163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163 Data Visualization Proposal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44200" y="6163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59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UC Davis ECS 163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Actually Exposed to AI?</dc:title>
  <dc:subject>ECS 163 Proposal Presentation</dc:subject>
  <dc:creator>ECS 163 Project Team</dc:creator>
  <cp:lastModifiedBy>ECS 163 Project Team</cp:lastModifiedBy>
  <cp:revision>1</cp:revision>
  <dcterms:created xsi:type="dcterms:W3CDTF">2026-05-03T20:17:04Z</dcterms:created>
  <dcterms:modified xsi:type="dcterms:W3CDTF">2026-05-03T20:17:04Z</dcterms:modified>
</cp:coreProperties>
</file>